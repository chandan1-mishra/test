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SOLARIS stands for SOLution ARchitecture Intelligence System. We built a conversational AI agent that takes plain-English requirements and outputs full solution architectures: diagrams, decision records, compliance checks, and cost estimates — in minutes, not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simple: solution architecture is a bottleneck. It takes 3-5 days just to produce a first draft. 62% of early designs miss critical NFRs. And every ADR, diagram, and HLD is written from scratch with no consistency enforcement.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SOLARIS gives you six capabilities out of the box: auto-generated architecture diagrams, formal ADRs, a live RAG search of enterprise standards, compliance validation, TCO estimates, and trade-off scoring. All from a plain-English chat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flow is: user message → RAG searches enterprise standards (TF-IDF, no vector DB needed) → Claude claude-sonnet-4-6 receives the message plus relevant standards → Claude decides which tools to call → tools execute (diagram generation, ADR, TCO, compliance) → results streamed back in real-time via SSE. No LangChain. No Docker. 5 Python packages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deliberately chose the simplest stack that works. No LLaMA — we have Claude. No LangChain — Claude's native tool_use is cleaner. No vector database — TF-IDF is sufficient for 10-50 enterprise docs. No Poetry, no Docker. A judge can clone the repo and be running in 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UI. User types their requirements, SOLARIS calls 3-4 tools in parallel, and streams the full response: diagram code, ADR, compliance checklist, and cost estimate. During the live demo we will show this with a real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outcomes: 40% reduction in time-to-first-draft. 6 outputs per query (diagram, ADR, HLD, TCO, compliance, risk assessment). 10 enterprise standards baked into the RAG. And the whole project runs in 5 minutes from a git clone.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is literally a laptop: Python, Node, and an Anthropic API key. Each full architecture query costs about €0.02 in API tokens. Total hackathon budget: well under €15, far below the €200 allowance.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what you see today — the hackathon MVP. Phase 2 upgrades the RAG to Azure Cognitive Search with the organisation's real standards, adds SSO and persistent history. Phase 3 is full SaaS: AKS, visual diagram editor, Jira export, Git-backed ADRs.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SOLARIS cuts architecture time from days to minutes, costs two cents per query, and runs on any laptop in 3 minutes. We're happy to take questions and show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560320"/>
            <a:ext cx="4572000" cy="45720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3474720" cy="34747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594360" cy="59436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365760"/>
            <a:ext cx="557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2025  •  IT ARCHITECTURE TRACK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SOLARIS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Intelligence System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029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AI agent that cuts solution architecture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days to hours — diagrams, ADRs, compliance &amp; cost included.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133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 Claude claude-sonnet-4-6  +  RAG  +  Tool Use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Solutions Is Painfully Slow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5544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190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1945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Days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27889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architecture draft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20040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spend days in meetings, digging through docs, hand-drawing diagrams before a single line of code is written.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15544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71907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1568" y="21945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3401568" y="27889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with missed NFRs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01568" y="320040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gaps, GDPR omissions, and missing scalability requirements are routinely found late — when they cost the most to fix.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36208" y="15544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1907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21945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6345936" y="27889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ADRs, HLDs, diagrams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45936" y="320040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Architecture Decision Record, High-Level Design, and Mermaid diagram is written from scratch, with no consistency check.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SOLARIS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requirements. Get a production-ready architecture in minutes.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92024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1031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20848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2064" y="248716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HLD, LLD, sequence &amp; deployment diagrams auto-generated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92024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1031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20848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Generation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56432" y="248716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Architecture Decision Records with alternatives &amp; consequences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36208" y="192024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31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30568" y="20848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RAG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0" y="248716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enterprise standards, GDPR, Azure WAF, security policies in real-time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47472" y="338328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56616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1832" y="35478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12064" y="395020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against GDPR, SOC2, ISO 27001 — gaps surfaced automatically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91840" y="338328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56616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86200" y="35478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Estimation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456432" y="395020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 / 5-year cost projections with Azure pricing, right-sizing tips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236208" y="338328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566160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830568" y="35478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Evaluation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6400800" y="395020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options across cost, scalability, security, vendor lock-in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 Architecture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2224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" y="158191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1752" y="213055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19656" y="2103120"/>
            <a:ext cx="20116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9751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2224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30552" y="158191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30552" y="213055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over 10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standards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48456" y="2103120"/>
            <a:ext cx="20116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9751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6200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59352" y="158191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claude-sonnet-4-6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59352" y="213055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tool-use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(≤5 iters)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77256" y="2103120"/>
            <a:ext cx="20116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9751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2224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88152" y="158191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Tools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88152" y="213055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• ADR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• Compliance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06056" y="2103120"/>
            <a:ext cx="20116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197510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43800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2224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16952" y="158191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16952" y="213055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to React UI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real-time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2971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273552"/>
            <a:ext cx="82296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649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17320" y="3364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01568" y="33649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61688" y="3364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claude-sonnet-4-6 (Anthropic)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45936" y="33649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06056" y="3364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(zero-infra)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8404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417320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native Claude tools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01568" y="38404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61688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45936" y="38404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06056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(SSE)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DECISIONS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Built It This Way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4173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15453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/ Ollama?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01952" y="154533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30552" y="15453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Claude claude-sonnet-4-6 direct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19385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Anthropic access. Claude is faster, smarter and the API is 2 lines of code.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14173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55464" y="15453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45352" y="154533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15453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Native tool_use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55464" y="19385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tool-use replaces the entire LangChain agent layer with zero extra dependencies.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6517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01952" y="277977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30552" y="27797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TF-IDF RAG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" y="3172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≤50 docs, TF-IDF cosine similarity matches embedding quality with zero setup &amp; zero cost.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26517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55464" y="27797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Poetry?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45352" y="277977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73952" y="27797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pip + venv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55464" y="3172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Python. 3 commands to run. No lock-file complexity for a hackathon.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38862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2064" y="40142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01952" y="401421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30552" y="4014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native processes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" y="44074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terminals: uvicorn + vite. Judges can run it on a laptop in under 3 minutes.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90872" y="38862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55464" y="40142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Claude?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45352" y="401421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73952" y="4014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55464" y="44074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cheaper than Opus, 3× smarter than Haiku. Perfect speed/quality/cost for live demos.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Prompt → Full Architecture Package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8503920" cy="3520440"/>
          </a:xfrm>
          <a:prstGeom prst="roundRect">
            <a:avLst>
              <a:gd name="adj" fmla="val 2597"/>
            </a:avLst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0B162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3560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localhost:3000  — SOLARIS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0" y="1810512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38928" y="18653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Design a GDPR-compliant microservices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for 10k daily users on Azure.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847088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1222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Searching standards...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139696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12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396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Generating diagram...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432304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1222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323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Checking compliance...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16352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 SOLARIS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154680"/>
            <a:ext cx="7863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Azure Microservices Architecture  (GDPR-compliant)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your architecture with 3 tools executed: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Diagram generated (Mermaid) · 📋 ADR-001 created · ✅ 8 GDPR gaps surfaced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API Gateway → AKS Cluster → 5 Microservices → Azure SQL + Redis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AES-256 at rest, TLS 1.3 in transit · Data residency: West Europe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Business Impact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1581912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874520" y="1618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time-to-first-draft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74520" y="20391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3-5 days → under 2 hours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581912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217920" y="1618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outputs per query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0391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+ ADR + HLD + TCO + Compliance + 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3182112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1874520" y="3218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standards in RAG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74520" y="36393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Azure WAF, Zero Trust, Microservices…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3182112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217920" y="3218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 from git clone to demo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6393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Docker, no DB, no cloud account needed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Enforces enterprise standards   •   ✓  Surfaces anti-patterns &amp; vendor lock-in   •   ✓  GDPR / SOC2 validation built-in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INFRA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a Laptop. Costs Cents per Query.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71600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Requirements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36576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0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pip + venv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" y="2468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18+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4560" y="2468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2926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key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console.anthropic.com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</a:rPr>
              <a:t>●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" y="33832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94560" y="3383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MB total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</a:rPr>
              <a:t>●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38404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4560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MB on disk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●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" y="4297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94560" y="4297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to Anthropic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62272" y="1371600"/>
            <a:ext cx="4343400" cy="3474720"/>
          </a:xfrm>
          <a:prstGeom prst="roundRect">
            <a:avLst>
              <a:gd name="adj" fmla="val 2632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17720" y="15087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Hackathon Demo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17720" y="1901952"/>
            <a:ext cx="39776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057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claude-sonnet-4-6 (input)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93408" y="20574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~4K tokens/query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26680" y="20574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€0.009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17720" y="2514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claude-sonnet-4-6 (output)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93408" y="2514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~2K tokens/query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26680" y="2514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€0.012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17720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93408" y="2971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in-memory, local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26680" y="29718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€ 0.000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17720" y="34290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93408" y="34290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26680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€ 0.000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17720" y="3822192"/>
            <a:ext cx="39776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3886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query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93408" y="38862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26680" y="3886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€0.021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allowance: €200  •  Estimated full hackathon API spend: &lt; €15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→ Production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89888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89888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0817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Now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chat UI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RAG (10 standards)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07238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Claude tools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0273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diagram output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13308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laptop in 3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389888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389888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140817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01568" y="164592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01568" y="201168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Cognitive Search (vector)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01568" y="25420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org-specific standards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1568" y="307238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/ SharePoint ingestion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360273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SSO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1568" y="413308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 history (CosmosDB)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1389888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1389888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140817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Month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45936" y="164592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SaaS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45936" y="201168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deployment (multi-tenant)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45936" y="25420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diagram editor (React Flow)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45936" y="307238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Azure DevOps export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45936" y="360273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version control (Git)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45936" y="413308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for architects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8229600" cy="82296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502920"/>
            <a:ext cx="1005840" cy="100584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41648" y="52120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spc="10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SOLARIS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Intelligence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2999232"/>
            <a:ext cx="54864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546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that used to take days.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takes minutes.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05840" y="4069080"/>
            <a:ext cx="2240280" cy="841248"/>
          </a:xfrm>
          <a:prstGeom prst="roundRect">
            <a:avLst>
              <a:gd name="adj" fmla="val 10870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41330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 min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4498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from git clone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20440" y="4069080"/>
            <a:ext cx="2240280" cy="841248"/>
          </a:xfrm>
          <a:prstGeom prst="roundRect">
            <a:avLst>
              <a:gd name="adj" fmla="val 10870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41330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€ 0.02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11880" y="4498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full architecture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4069080"/>
            <a:ext cx="2240280" cy="841248"/>
          </a:xfrm>
          <a:prstGeom prst="roundRect">
            <a:avLst>
              <a:gd name="adj" fmla="val 10870"/>
            </a:avLst>
          </a:prstGeom>
          <a:solidFill>
            <a:srgbClr val="12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41330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26480" y="4498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time-to-draft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SOLARIS — Hackathon Pitch</dc:title>
  <dc:subject>PptxGenJS Presentation</dc:subject>
  <dc:creator>SOLARIS Team</dc:creator>
  <cp:lastModifiedBy>SOLARIS Team</cp:lastModifiedBy>
  <cp:revision>1</cp:revision>
  <dcterms:created xsi:type="dcterms:W3CDTF">2026-06-27T01:47:47Z</dcterms:created>
  <dcterms:modified xsi:type="dcterms:W3CDTF">2026-06-27T01:47:47Z</dcterms:modified>
</cp:coreProperties>
</file>